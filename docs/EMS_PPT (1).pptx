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c6f7ef24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c6f7ef24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c6f7ef24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c6f7ef24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c6f7ef24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c6f7ef24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c6f7ef24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c6f7ef24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c6f7ef24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c6f7ef24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c6f7ef24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c6f7ef24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c6f7ef24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c6f7ef24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c6f7ef24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c6f7ef24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c6f7ef24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c6f7ef24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c6f7ef24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c6f7ef24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c6f7ef24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c6f7ef24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c6f7ef24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c6f7ef24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c6f7ef24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c6f7ef24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academic title slide.&#10;&#10;Title: &quot;Event Management System (EMS)&quot;&#10;Subtitle: &quot;OOP in Python&quot;&#10;&#10;Design Requirements:&#10;- Clean white or light academic background with a modern geometric accent.&#10;- A subtle technology/event-themed hero image on the right (blurred for professionalism).&#10;- University-style typography, elegant and minimal.&#10;- Avoid playful colors; use navy blue, black, or dark teal accents.&#10;- Place a small event-related icon near the title (calendar, schedule, or event ticket).&#10;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n academic agenda slide with a modern, minimal layout.&#10;&#10;Title: &quot;Agenda&quot;&#10;&#10;Bullet Points (with relevant small icons next to each):&#10;1. Project Overview (icon: lightbulb or project diagram)&#10;2. Problem Definition (icon: warning symbol)&#10;3. Objectives &amp; Goals (icon: target)&#10;4. Stakeholders (icon: group of people)&#10;5. System Architecture (icon: layered architecture)&#10;6. Database Model (icon: database symbol)&#10;7. Core Features (icon: checkmark)&#10;8. AI Integration (icon: robot or AI chip)&#10;9. Testing &amp; Evaluation (icon: checklist)&#10;10. Limitations (icon: barrier)&#10;11. Future Enhancements (icon: rocket)&#10;12. Conclusion (icon: flag)&#10;&#10;Design Style:&#10;- Use modern academic colors (blue, navy, white).&#10;- Include subtle accent shapes or gradient lines.&#10;- Maintain high readability and clean spacing.&#10;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0" l="39" r="39" t="0"/>
          <a:stretch/>
        </p:blipFill>
        <p:spPr>
          <a:xfrm>
            <a:off x="0" y="19936"/>
            <a:ext cx="9143544" cy="511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academic slide titled &quot;Problem Statement&quot;.&#10;&#10;Bullet Points with icons:&#10;- Event information scattered across emails, posters, chats (icon: broken network)&#10;- Manual booking processes cause errors and overbooking (icon: error triangle)&#10;- Different event types require unique workflows (icon: branching diagram)&#10;- No intelligent search or automated assistance (icon: magnifying glass + AI chip)&#10;&#10;Design:&#10;- Add a background image faded to 10% opacity (e.g., messy papers, disorganized calendar).&#10;- Clean academic font.&#10;- Slight use of red/yellow accent for the &quot;problem&quot; theme but still professional.&#10;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n academic slide titled &quot;Project Objectives&quot;.&#10;&#10;Bullet Points with supportive icons:&#10;- Unified event browsing and booking platform (icon: search)&#10;- Enforce business rules per event type (icon: shield)&#10;- Provide organizer tools for event creation/management (icon: toolbox)&#10;- Admin oversight and system control (icon: admin panel)&#10;- AI-powered search and description generation (icon: AI brain)&#10;&#10;Design:&#10;- Use a modern timeline-style or vertical bullet layout.&#10;- Include a soft, abstract background with blues or greys.&#10;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academic slide titled &quot;System Architecture&quot;.&#10;&#10;Bullet Points:&#10;- Django backend with modular apps (accounts, events, bookings)&#10;- SQLite database implementing ERD structure&#10;- HTML/CSS + Bootstrap/Tailwind UI&#10;- Local AI via Ollama + Llama 3.1&#10;- Separation: UI → Views → Models → Database → AI layer&#10;&#10;Design Requirements:&#10;- Include a simple architecture diagram visual (boxes + arrows).&#10;- Use blue/teal/grey theme.&#10;- Place a subtle tech background on one side.&#10;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academic slide titled &quot;ERD Summary&quot;.&#10;&#10;Bullet Points:&#10;Entities:&#10;- Admin, Customer, Organizer, Venue, Event, Booking, Payment&#10;&#10;Relationships (each with a relational icon):&#10;- Organizer → Event (1:M)&#10;- Venue → Event (1:M)&#10;- Event → Booking (1:M)&#10;- Booking → Payment (1:1)&#10;- Customer → Booking (1:M)&#10;&#10;Design:&#10;- Add a simplified ERD diagram or icon-based relationship visualization.&#10;- Use clean lines and academic color scheme.&#10;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academic slide titled &quot;Core Features&quot;.&#10;&#10;Bullet Points with icons:&#10;- Event browsing &amp; filtering (icon: search)&#10;- Free conference reservations (icon: ticket)&#10;- Paid ticketing for concerts &amp; sports (icon: credit card)&#10;- Organizer dashboard (icon: dashboard)&#10;- Admin management tools (icon: wrench or settings)&#10;&#10;Design:&#10;- Use a grid layout or feature cards for a modern feel.&#10;- Include a minimal illustration representing event systems.&#10;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academic slide titled &quot;Testing &amp; Evaluation&quot;.&#10;&#10;Bullet Points (with small technical icons):&#10;- Functional testing for events, bookings, payments, and AI chat (icon: checklist)&#10;- Validation tests for capacity rules and event-type logic (icon: shield/check)&#10;- Usability testing to ensure smooth workflows and clear feedback (icon: user experience icon)&#10;- AI interaction testing for reliability, relevance, and accuracy (icon: AI chip)&#10;&#10;&#10;Design Requirements:&#10;- Professional academic layout with modern, clean spacing.&#10;- Include a minimalist illustration representing software testing (test tubes, checklists, QA icons, etc.).&#10;- Use a white/light background with navy or blue accents.&#10;- Keep icons small and aligned neatly next to each bullet.&#10;- Modern but not flashy; suitable for a Master's technical defense.&#10;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26"/>
            <a:ext cx="9144000" cy="508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n academic slide titled &quot;Limitations&quot;.&#10;&#10;Bullet Points with icons:&#10;- No real payment gateway (icon: blocked payment)&#10;- No venue conflict detection (icon: overlapping calendar)&#10;- No email/SMS notifications (icon: muted bell)&#10;- Limited organizer analytics (icon: bar chart)&#10;&#10;Design:&#10;- Use a neutral or grey theme.&#10;- Avoid strong colors; keep it professional and honest.&#10;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modern academic slide titled &quot;Future Enhancements&quot;.&#10;&#10;Bullet Points with icons:&#10;- Integrate Stripe/PayPal for real payments (icon: credit card)&#10;- Add email/SMS notifications (icon: bell)&#10;- AI-based event recommendations (icon: AI brain)&#10;- Real-time seat maps (icon: seating layout)&#10;- Mobile app version (icon: smartphone)&#10;&#10;Design:&#10;- Use a forward-looking theme with arrows or upward shapes.&#10;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erate a modern academic conclusion slide.&#10;&#10;Bullet Points:&#10;- EMS delivers a scalable, modern event management solution&#10;- Strong alignment with ERD and architecture&#10;- AI integration enhances usability and automation&#10;- Solid platform for future academic and real-world improvements&#10;&#10;Design:&#10;- Use a clean, minimal layout.&#10;- Include a soft “thank you” graphic or abstract illustration.&#10;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